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Feedback Analysis System Technical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Architecture and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Components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System Components:</a:t>
            </a:r>
          </a:p>
          <a:p>
            <a:r>
              <a:t>1. Frontend Interface (React.js)</a:t>
            </a:r>
          </a:p>
          <a:p>
            <a:r>
              <a:t>2. Backend API Server (FastAPI/Python)</a:t>
            </a:r>
          </a:p>
          <a:p>
            <a:r>
              <a:t>3. GenAI Processing Engine</a:t>
            </a:r>
          </a:p>
          <a:p>
            <a:r>
              <a:t>4. Database Layer (MongoDB)</a:t>
            </a:r>
          </a:p>
          <a:p>
            <a:r>
              <a:t>Communication: RESTful APIs, WebSocket for real-time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</a:t>
            </a:r>
          </a:p>
          <a:p>
            <a:r>
              <a:t>• Frontend: React.js, Redux, Material-UI</a:t>
            </a:r>
          </a:p>
          <a:p>
            <a:r>
              <a:t>• Backend: Python, FastAPI, MongoDB</a:t>
            </a:r>
          </a:p>
          <a:p>
            <a:r>
              <a:t>• AI/ML: OpenAI API, TensorFlow</a:t>
            </a:r>
          </a:p>
          <a:p>
            <a:br/>
            <a:r>
              <a:t>Data Structures:</a:t>
            </a:r>
          </a:p>
          <a:p>
            <a:r>
              <a:t>• JSON for API communication</a:t>
            </a:r>
          </a:p>
          <a:p>
            <a:r>
              <a:t>• NoSQL documents for feedback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 &amp;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Roles:</a:t>
            </a:r>
          </a:p>
          <a:p>
            <a:r>
              <a:t>1. End Users (Feedback Submission)</a:t>
            </a:r>
          </a:p>
          <a:p>
            <a:r>
              <a:t>2. Analysts (Dashboard Access)</a:t>
            </a:r>
          </a:p>
          <a:p>
            <a:r>
              <a:t>3. Administrators (System Management)</a:t>
            </a:r>
          </a:p>
          <a:p>
            <a:br/>
            <a:r>
              <a:t>Interfaces:</a:t>
            </a:r>
          </a:p>
          <a:p>
            <a:r>
              <a:t>• Web Dashboard</a:t>
            </a:r>
          </a:p>
          <a:p>
            <a:r>
              <a:t>• RESTful API 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 Pipeline:</a:t>
            </a:r>
          </a:p>
          <a:p>
            <a:r>
              <a:t>1. Raw Feedback Collection</a:t>
            </a:r>
          </a:p>
          <a:p>
            <a:r>
              <a:t>2. Text Preprocessing</a:t>
            </a:r>
          </a:p>
          <a:p>
            <a:r>
              <a:t>3. Sentiment Analysis</a:t>
            </a:r>
          </a:p>
          <a:p>
            <a:r>
              <a:t>4. Topic Categorization</a:t>
            </a:r>
          </a:p>
          <a:p>
            <a:r>
              <a:t>5. Insight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Business Logic:</a:t>
            </a:r>
          </a:p>
          <a:p>
            <a:r>
              <a:t>• Feedback Validation &amp; Filtering</a:t>
            </a:r>
          </a:p>
          <a:p>
            <a:r>
              <a:t>• Sentiment Score Calculation</a:t>
            </a:r>
          </a:p>
          <a:p>
            <a:r>
              <a:t>• Automated Response Generation</a:t>
            </a:r>
          </a:p>
          <a:p>
            <a:br/>
            <a:r>
              <a:t>Implementation Sources:</a:t>
            </a:r>
          </a:p>
          <a:p>
            <a:r>
              <a:t>• Industry Best Practices</a:t>
            </a:r>
          </a:p>
          <a:p>
            <a:r>
              <a:t>• User Requirements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